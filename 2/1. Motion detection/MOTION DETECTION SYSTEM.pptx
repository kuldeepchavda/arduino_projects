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A4A524-1F82-4E65-A7F0-AF50C9322CF0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8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632C55-B9B5-4929-9C5E-3B8FA1554164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021DFE-601A-4FA1-9A75-26D9B9193FED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68E703-2D59-4DAE-8226-0500DB496A3B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F8631E-E66C-4F3A-93F0-92BD800247A8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CF7EE-EDA7-41CA-BFDD-A3F1A45A0CF1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ADB1B-501B-4530-941D-D9CF4296F220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B070D4-EA21-4357-8893-5EEE285AAF41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6979E8-C3A0-46F1-830D-BACCAA555851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0A2254-9826-4AE5-8868-CF5948F1997E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87A29-100D-429A-A92D-9BDBA065995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92280" y="555120"/>
            <a:ext cx="9875880" cy="103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Motion Detection System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1" name="Picture 4"/>
          <p:cNvPicPr/>
          <p:nvPr/>
        </p:nvPicPr>
        <p:blipFill>
          <a:blip r:embed="rId1"/>
          <a:stretch/>
        </p:blipFill>
        <p:spPr>
          <a:xfrm>
            <a:off x="5040000" y="2700000"/>
            <a:ext cx="4284360" cy="280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Placeholder 8"/>
          <p:cNvPicPr/>
          <p:nvPr/>
        </p:nvPicPr>
        <p:blipFill>
          <a:blip r:embed="rId1"/>
          <a:stretch/>
        </p:blipFill>
        <p:spPr>
          <a:xfrm>
            <a:off x="5527800" y="1645920"/>
            <a:ext cx="6013440" cy="3933360"/>
          </a:xfrm>
          <a:prstGeom prst="rect">
            <a:avLst/>
          </a:prstGeom>
          <a:noFill/>
          <a:ln w="0">
            <a:noFill/>
          </a:ln>
          <a:effectLst>
            <a:glow rad="127080">
              <a:srgbClr val="156082">
                <a:alpha val="0"/>
              </a:srgbClr>
            </a:glow>
            <a:outerShdw algn="ctr" blurRad="1270080" dir="0" rotWithShape="0">
              <a:srgbClr val="000000">
                <a:alpha val="43000"/>
              </a:srgbClr>
            </a:outerShdw>
            <a:reflection algn="bl" dir="5400000" dist="50800" endPos="65000" rotWithShape="0" stA="0" sy="-100000"/>
          </a:effectLst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10515240" cy="87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Motion Detection System</a:t>
            </a:r>
            <a:br>
              <a:rPr sz="3200"/>
            </a:b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31720" y="2228400"/>
            <a:ext cx="4527000" cy="2156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Detects movement of humans or animals in an   area.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Uses a PIR sensor to sense motion.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Arduino processes the sensor signal.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Can trigger alarms, lights, or displays.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Used in security and automation systems.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46720" y="987480"/>
            <a:ext cx="393192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PIR Sensor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49960" y="2192040"/>
            <a:ext cx="5245560" cy="3541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Detects motion by sensing infrared radiation.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Human bodies emit infrared energy.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IR levels change, sensor outputs a signal.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in motion alarms and automatic lighting.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7" name="Picture 4" descr="PIR Motion Detector Sensor Module | Rathy Electronics"/>
          <p:cNvPicPr/>
          <p:nvPr/>
        </p:nvPicPr>
        <p:blipFill>
          <a:blip r:embed="rId1"/>
          <a:stretch/>
        </p:blipFill>
        <p:spPr>
          <a:xfrm>
            <a:off x="6375240" y="1328760"/>
            <a:ext cx="4762080" cy="4200120"/>
          </a:xfrm>
          <a:prstGeom prst="rect">
            <a:avLst/>
          </a:prstGeom>
          <a:noFill/>
          <a:ln w="0">
            <a:noFill/>
          </a:ln>
          <a:effectLst>
            <a:outerShdw algn="ctr" blurRad="1270080" dir="5400000" dist="50760" rotWithShape="0">
              <a:srgbClr val="000000">
                <a:alpha val="43000"/>
              </a:srgbClr>
            </a:outerShdw>
            <a:reflection algn="bl" blurRad="1270000" dir="5400000" dist="50800" endPos="65000" rotWithShape="0" stA="0" sy="-10000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31320" y="402120"/>
            <a:ext cx="3931920" cy="74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PIR Sensor Pins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31320" y="222012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GND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– Ground connection for circuit completion.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VCC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– Power supply input (5V).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Signal/OUT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– Sends motion detection signal.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Signal becomes HIGH when motion is detected.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0" name="Picture 2" descr="Arduino Pir Sensor Interfacing With Arduino Uno | Arduino"/>
          <p:cNvPicPr/>
          <p:nvPr/>
        </p:nvPicPr>
        <p:blipFill>
          <a:blip r:embed="rId1"/>
          <a:srcRect l="-5502" t="9556" r="50721" b="27451"/>
          <a:stretch/>
        </p:blipFill>
        <p:spPr>
          <a:xfrm>
            <a:off x="5183280" y="1270080"/>
            <a:ext cx="6171840" cy="4307760"/>
          </a:xfrm>
          <a:prstGeom prst="rect">
            <a:avLst/>
          </a:prstGeom>
          <a:noFill/>
          <a:ln w="0">
            <a:noFill/>
          </a:ln>
          <a:effectLst>
            <a:outerShdw algn="ctr" blurRad="1270080" dir="5400000" dist="50760" rotWithShape="0">
              <a:srgbClr val="00000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6640" y="987480"/>
            <a:ext cx="3931920" cy="104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Circuit Connections</a:t>
            </a:r>
            <a:br>
              <a:rPr sz="3200"/>
            </a:b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PIR </a:t>
            </a:r>
            <a:r>
              <a:rPr lang="en-IN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GND → Arduino GND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PIR </a:t>
            </a:r>
            <a:r>
              <a:rPr lang="en-IN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VCC → Arduino 5V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PIR </a:t>
            </a:r>
            <a:r>
              <a:rPr lang="en-IN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Signal → Arduino Digital Input Pin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Optional: connect LED or buzzer for indication.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3" name="Picture 2" descr="Arduino Pir Sensor Interfacing With Arduino Uno | Arduino"/>
          <p:cNvPicPr/>
          <p:nvPr/>
        </p:nvPicPr>
        <p:blipFill>
          <a:blip r:embed="rId1"/>
          <a:stretch/>
        </p:blipFill>
        <p:spPr>
          <a:xfrm>
            <a:off x="5183280" y="1270080"/>
            <a:ext cx="6171840" cy="4307760"/>
          </a:xfrm>
          <a:prstGeom prst="rect">
            <a:avLst/>
          </a:prstGeom>
          <a:noFill/>
          <a:ln w="0">
            <a:noFill/>
          </a:ln>
          <a:effectLst>
            <a:outerShdw algn="ctr" blurRad="1270080" dir="5400000" dist="50760" rotWithShape="0">
              <a:srgbClr val="00000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127880" y="457200"/>
            <a:ext cx="6603480" cy="10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OVERALL SYSTEM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5" name="Picture Placeholder 5"/>
          <p:cNvPicPr/>
          <p:nvPr/>
        </p:nvPicPr>
        <p:blipFill>
          <a:blip r:embed="rId1"/>
          <a:stretch/>
        </p:blipFill>
        <p:spPr>
          <a:xfrm>
            <a:off x="1127880" y="1463040"/>
            <a:ext cx="10600920" cy="517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CODE.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7" name="Content Placeholder 4"/>
          <p:cNvPicPr/>
          <p:nvPr/>
        </p:nvPicPr>
        <p:blipFill>
          <a:blip r:embed="rId1"/>
          <a:srcRect l="1574" t="0" r="1574" b="0"/>
          <a:stretch/>
        </p:blipFill>
        <p:spPr>
          <a:xfrm>
            <a:off x="4861440" y="734040"/>
            <a:ext cx="5226840" cy="5835240"/>
          </a:xfrm>
          <a:prstGeom prst="rect">
            <a:avLst/>
          </a:prstGeom>
          <a:noFill/>
          <a:ln w="0">
            <a:noFill/>
          </a:ln>
          <a:effectLst>
            <a:outerShdw algn="ctr" blurRad="457200" dir="5400000" dist="50760" rotWithShape="0">
              <a:srgbClr val="00000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31320" y="1038240"/>
            <a:ext cx="3931920" cy="8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Working Principle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31320" y="2504520"/>
            <a:ext cx="525600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Sensor continuously monitors infrared radiation.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Movement causes change in IR pattern.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PIR outputs HIGH signal.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Arduino detects signal and triggers output.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Output shown via LED, buzzer, or display.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0" name="Picture 2" descr="22,700+ Movement Sensor Stock Illustrations, Royalty-Free Vector Graphics &amp;  Clip Art - iStock"/>
          <p:cNvPicPr/>
          <p:nvPr/>
        </p:nvPicPr>
        <p:blipFill>
          <a:blip r:embed="rId1"/>
          <a:stretch/>
        </p:blipFill>
        <p:spPr>
          <a:xfrm>
            <a:off x="6731640" y="1439280"/>
            <a:ext cx="3811320" cy="3811320"/>
          </a:xfrm>
          <a:prstGeom prst="rect">
            <a:avLst/>
          </a:prstGeom>
          <a:noFill/>
          <a:ln w="0">
            <a:noFill/>
          </a:ln>
          <a:effectLst>
            <a:outerShdw algn="ctr" blurRad="876240" dir="5400000" dist="50760" rotWithShape="0">
              <a:srgbClr val="00000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LibreOffice/25.8.4.2$Linux_X86_64 LibreOffice_project/580$Build-2</Application>
  <AppVersion>15.0000</AppVersion>
  <Words>186</Words>
  <Paragraphs>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2026-02-13T01:23:13Z</dcterms:created>
  <dc:creator>kuldeepdzc@outlook.com</dc:creator>
  <dc:description/>
  <dc:language>en-IN</dc:language>
  <cp:lastModifiedBy/>
  <dcterms:modified xsi:type="dcterms:W3CDTF">2026-02-15T08:03:52Z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